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96d7370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f96d737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f96d7370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f96d7370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f96d7370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f96d7370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f96d7370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f96d7370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96d7370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f96d7370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gilemanifesto.org/" TargetMode="External"/><Relationship Id="rId4" Type="http://schemas.openxmlformats.org/officeDocument/2006/relationships/hyperlink" Target="https://scrumguide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Scrum-Agile Development at Chada Tech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Emeka Ebo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CS-250: Software Development Lifecycle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Scrum-Agile Roles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Product Owner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Prioritizes Product Backlog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Represents customer needs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Defines business value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Scrum Master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Facilitates Scrum events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Removes impediments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Promotes Agile principles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Development Team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Designs, builds, tests, and delivers software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Self-organizing and cross-functional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Responsible for sprint commitments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SDLC Phases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Planning</a:t>
            </a:r>
            <a:endParaRPr b="1"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Product vision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Product Backlog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Sprint Planning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Design</a:t>
            </a:r>
            <a:endParaRPr b="1"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Lightweight design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User stories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Acceptance criteria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Development</a:t>
            </a:r>
            <a:endParaRPr b="1"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Sprint implementation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Daily Scrum meetings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Testing</a:t>
            </a:r>
            <a:endParaRPr b="1"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Continuous testing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Increment validation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Review &amp; Retrospective</a:t>
            </a:r>
            <a:endParaRPr b="1"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Demonstrate completed work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Gather stakeholder feedback</a:t>
            </a:r>
            <a:endParaRPr sz="1100">
              <a:solidFill>
                <a:schemeClr val="dk1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Improve future sprints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vs Agile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Waterfall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Sequential phases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Extensive upfront planning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Changes are expensive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Customer feedback occurs late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Agile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Iterative development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Continuous customer involvement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Easily adapts to changing requirements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Working software delivered every sprint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During the SNHU Travel project, changing customer priorities were handled by reprioritizing the Product Backlog rather than restarting development.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Between the Two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Waterfall Best Used When: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Requirements are stable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Scope is well defined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Regulatory documentation is required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Agile Best Used When:</a:t>
            </a:r>
            <a:endParaRPr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Requirements frequently change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Customer feedback is important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Fast delivery is needed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Continuous improvement is desired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For the SNHU Travel project, Agile was the better choice because it supported changing customer requirements and frequent stakeholder feedback.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Beck, K., et al. (2021). </a:t>
            </a:r>
            <a:r>
              <a:rPr i="1" lang="en" sz="1100">
                <a:solidFill>
                  <a:schemeClr val="dk1"/>
                </a:solidFill>
              </a:rPr>
              <a:t>Manifesto for Agile Software Development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https://agilemanifesto.org/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Project Management Institute. (2021). </a:t>
            </a:r>
            <a:r>
              <a:rPr i="1" lang="en" sz="1100">
                <a:solidFill>
                  <a:schemeClr val="dk1"/>
                </a:solidFill>
              </a:rPr>
              <a:t>A guide to the project management body of knowledge (PMBOK® Guide)</a:t>
            </a:r>
            <a:r>
              <a:rPr lang="en" sz="1100">
                <a:solidFill>
                  <a:schemeClr val="dk1"/>
                </a:solidFill>
              </a:rPr>
              <a:t> (7th ed.).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Schwaber, K., &amp; Sutherland, J. (2020). </a:t>
            </a:r>
            <a:r>
              <a:rPr i="1" lang="en" sz="1100">
                <a:solidFill>
                  <a:schemeClr val="dk1"/>
                </a:solidFill>
              </a:rPr>
              <a:t>The Scrum Guide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https://scrumguides.org/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Sutherland, J. (2020). </a:t>
            </a:r>
            <a:r>
              <a:rPr i="1" lang="en" sz="1100">
                <a:solidFill>
                  <a:schemeClr val="dk1"/>
                </a:solidFill>
              </a:rPr>
              <a:t>Scrum: The art of doing twice the work in half the time</a:t>
            </a:r>
            <a:r>
              <a:rPr lang="en" sz="1100">
                <a:solidFill>
                  <a:schemeClr val="dk1"/>
                </a:solidFill>
              </a:rPr>
              <a:t>. Crown Business.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